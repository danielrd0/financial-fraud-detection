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9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71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/icons/shiel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595360" y="10058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CADA TRANSACCIÓN. PROTEGE TU NEGOCIO.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Inteligente de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Financiero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9776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que aprende el comportamiento de tus clientes, detecta operaciones sospechosas en tiempo real y te muestra el riesgo en un dashboard que cualquier persona de tu equipo puede entender.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5715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5715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fraude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5715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Fraudes detectados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modelo final</a:t>
            </a:r>
            <a:endParaRPr lang="en-US" sz="1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FFE11F8-F0B2-4B41-BFC7-DB81E8B7133F}"/>
              </a:ext>
            </a:extLst>
          </p:cNvPr>
          <p:cNvSpPr/>
          <p:nvPr/>
        </p:nvSpPr>
        <p:spPr>
          <a:xfrm>
            <a:off x="731520" y="6478173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100" dirty="0">
                <a:solidFill>
                  <a:srgbClr val="8A99B5"/>
                </a:solidFill>
                <a:latin typeface="Arial" pitchFamily="34" charset="0"/>
                <a:cs typeface="Arial" pitchFamily="34" charset="-120"/>
              </a:rPr>
              <a:t>Proyecto Final </a:t>
            </a:r>
            <a:r>
              <a:rPr lang="es-ES" sz="1100" dirty="0" err="1">
                <a:solidFill>
                  <a:srgbClr val="8A99B5"/>
                </a:solidFill>
                <a:latin typeface="Arial" pitchFamily="34" charset="0"/>
                <a:cs typeface="Arial" pitchFamily="34" charset="-120"/>
              </a:rPr>
              <a:t>Talendig</a:t>
            </a:r>
            <a:r>
              <a:rPr lang="es-ES" sz="1100" dirty="0">
                <a:solidFill>
                  <a:srgbClr val="8A99B5"/>
                </a:solidFill>
                <a:latin typeface="Arial" pitchFamily="34" charset="0"/>
                <a:cs typeface="Arial" pitchFamily="34" charset="-120"/>
              </a:rPr>
              <a:t> 1ra Cohorte - Carrera técnica en Data </a:t>
            </a:r>
            <a:r>
              <a:rPr lang="es-ES" sz="1100" dirty="0" err="1">
                <a:solidFill>
                  <a:srgbClr val="8A99B5"/>
                </a:solidFill>
                <a:latin typeface="Arial" pitchFamily="34" charset="0"/>
                <a:cs typeface="Arial" pitchFamily="34" charset="-120"/>
              </a:rPr>
              <a:t>Science</a:t>
            </a:r>
            <a:r>
              <a:rPr lang="es-ES" sz="1100" dirty="0">
                <a:solidFill>
                  <a:srgbClr val="8A99B5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100" dirty="0">
              <a:solidFill>
                <a:srgbClr val="8A99B5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855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fraude financiero ya no es un riesgo lejano: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pasando ahora, en cada canal.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pptx_proj/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575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33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 directas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30175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transacción fraudulenta no detectada es dinero que sale de tu organización y rara vez se recupera.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24688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7203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pptx_proj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8575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633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regulatorio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30175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entes reguladores exigen controles antifraude. No tenerlos —o tenerlos débiles— expone a sanciones.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6863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home/claude/pptx_proj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234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confianza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4983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cliente que sufre fraude y siente que 'nadie lo vio venir' es un cliente que se va, y que lo cuenta.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3484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29400" y="46863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/home/claude/pptx_proj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8234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investigar a ciegas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983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herramientas, los equipos de cumplimiento revisan manualmente miles de operaciones para encontrar unas pocas.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vigila cada transacción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avisa antes de que el fraude haga daño.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sistema que combina Ciencia de Datos, Inteligencia Artificial y visualización ejecutiva en un solo flujo: analiza el comportamiento histórico de cada cliente, identifica qué se sale de lo normal, y traduce todo eso en un mapa de riesgo claro para tu equipo.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9601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43A63"/>
          </a:solidFill>
          <a:ln/>
        </p:spPr>
      </p:sp>
      <p:sp>
        <p:nvSpPr>
          <p:cNvPr id="7" name="Shape 5"/>
          <p:cNvSpPr/>
          <p:nvPr/>
        </p:nvSpPr>
        <p:spPr>
          <a:xfrm>
            <a:off x="7726680" y="121158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8" name="Image 0" descr="/home/claude/pptx_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487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Organiza los datos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0" y="14904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 y estructura la información transaccional de tus clientes.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26517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43A63"/>
          </a:solidFill>
          <a:ln/>
        </p:spPr>
      </p:sp>
      <p:sp>
        <p:nvSpPr>
          <p:cNvPr id="12" name="Shape 9"/>
          <p:cNvSpPr/>
          <p:nvPr/>
        </p:nvSpPr>
        <p:spPr>
          <a:xfrm>
            <a:off x="7726680" y="290322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3" name="Image 1" descr="/home/claude/pptx_proj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0403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0392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Aprende el comportamiento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503920" y="31821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qué es 'normal' para cada cliente y qué se desvía de eso.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498080" y="43434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43A63"/>
          </a:solidFill>
          <a:ln/>
        </p:spPr>
      </p:sp>
      <p:sp>
        <p:nvSpPr>
          <p:cNvPr id="17" name="Shape 13"/>
          <p:cNvSpPr/>
          <p:nvPr/>
        </p:nvSpPr>
        <p:spPr>
          <a:xfrm>
            <a:off x="7726680" y="459486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8" name="Image 2" descr="/home/claude/pptx_proj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7320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4507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Muestra el riesgo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03920" y="48737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un panel visual con el nivel de riesgo de cada operación.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Pensemos en dos vigilantes trabajando juntos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detecta el fraude de una forma distinta — y juntos son más fuertes que cualquiera por separado.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60604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pptx_proj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7614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542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Vigilante Curioso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28800" y="2944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sin que nadie le diga qué es fraude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 miles de transacciones y aprende solo qué comportamientos son 'normales'. Cuando algo se sale demasiado del patrón —un monto inusual, un horario raro, un canal que el cliente nunca usa— levanta la mano.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534924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5349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detectar fraudes nuevos, nunca vistos antes.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22860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606040"/>
            <a:ext cx="777240" cy="77724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6" name="Image 1" descr="/home/claude/pptx_proj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76148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2542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Vigilante Experto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7543800" y="2944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de miles de casos confirmados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29400" y="352044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 un historial de transacciones ya marcadas como fraude o legítimas, y aprende exactamente qué combinación de factores delata un fraude. Con esa experiencia, evalúa cada nueva transacción.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29400" y="534924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5349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detectar fraudes con patrones conocidos, con altísima precisión.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esto significa para tu negocio,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 simples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243A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analizadas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prueba del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237744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243A63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0916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fraudulentas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identificadas (10% del total)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237744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243A6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$326,139 MM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68680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monto fraudulento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sujeto a investigación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bien detecta el fraude?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más avanzado del sistema detectó </a:t>
            </a:r>
            <a:r>
              <a:rPr lang="en-US" sz="145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prácticamente el 100% de los fraudes reales</a:t>
            </a:r>
            <a:r>
              <a:rPr lang="en-US" sz="14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prueba — con muy pocas falsas alarmas. Esto significa menos pérdidas, menos horas de revisión manual, y clientes mejor protegidos.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CLAVE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sabemos dónde mirar primero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identificó patrones concretos que tu equipo puede usar desde el primer día.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8" name="Image 0" descr="/home/claude/pptx_proj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514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digitales bajo la lupa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45920" y="2926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por web, app y agentes externos concentran la mayor proporción de fraude — los canales con menor fricción son los más vulnerables.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23317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60604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3" name="Image 1" descr="/home/claude/pptx_proj/icons/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43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514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transferencias, el punto crítico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452360" y="2926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transferencias cuenta a cuenta presentan la mayor incidencia de fraude entre todos los productos financieros.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3891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66344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8" name="Image 2" descr="/home/claude/pptx_proj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00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se ve venir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45920" y="49834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indicadores de riesgo del cliente muestran una relación clara con el fraude — confirmando que el comportamiento histórico es una señal poderosa.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355080" y="43891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8F3E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4663440"/>
            <a:ext cx="640080" cy="64008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23" name="Image 3" descr="/home/claude/pptx_proj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8006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montos extremos importan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452360" y="49834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fraudulentas se concentran en los extremos: montos mucho más altos o más bajos de lo habitual para ese cliente.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552" y="198123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23B"/>
          </a:solidFill>
          <a:ln/>
        </p:spPr>
      </p:sp>
      <p:sp>
        <p:nvSpPr>
          <p:cNvPr id="3" name="Text 1"/>
          <p:cNvSpPr/>
          <p:nvPr/>
        </p:nvSpPr>
        <p:spPr>
          <a:xfrm>
            <a:off x="541552" y="198123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24324" y="286871"/>
            <a:ext cx="112676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esto, en un panel que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3000" dirty="0"/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entiende de un vistazo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por Canal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C17CE754-D460-4205-9C05-2B44D0F25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44" y="1212550"/>
            <a:ext cx="10256875" cy="53585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552" y="198123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23B"/>
          </a:solidFill>
          <a:ln/>
        </p:spPr>
      </p:sp>
      <p:sp>
        <p:nvSpPr>
          <p:cNvPr id="3" name="Text 1"/>
          <p:cNvSpPr/>
          <p:nvPr/>
        </p:nvSpPr>
        <p:spPr>
          <a:xfrm>
            <a:off x="541552" y="198123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24324" y="286871"/>
            <a:ext cx="112676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esto, en un panel que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3000" dirty="0"/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entiende de un vistazo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por Canal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5354A7-0DB3-4E9D-B149-3119EA4A1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60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NOSOTROS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razones para </a:t>
            </a:r>
            <a:r>
              <a:rPr lang="en-US" sz="30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</a:t>
            </a: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nuestro equipo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748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7" name="Image 0" descr="/home/claude/pptx_proj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probada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completo y validado: desde limpiar y preparar los datos hasta entregar resultados listos para decisiones de negocio.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0712" y="2377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F6E5C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269748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2" name="Image 1" descr="/home/claude/pptx_proj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834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enfoque de detección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42519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Combinamos modelos que aprenden de casos conocidos con modelos que detectan lo nunca visto — máxima cobertura.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72784" y="2377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6501384" y="269748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7" name="Image 2" descr="/home/claude/pptx_proj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8346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que cualquiera entiende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01384" y="42519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ejecutivos en Power BI: sin jerga técnica, solo el riesgo claro y accionable.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34856" y="2377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F6E5C"/>
          </a:solidFill>
          <a:ln/>
        </p:spPr>
      </p:sp>
      <p:sp>
        <p:nvSpPr>
          <p:cNvPr id="21" name="Shape 16"/>
          <p:cNvSpPr/>
          <p:nvPr/>
        </p:nvSpPr>
        <p:spPr>
          <a:xfrm>
            <a:off x="9363456" y="269748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2" name="Image 3" descr="/home/claude/pptx_proj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8346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crecer con tu negocio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63456" y="42519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estructura se adapta a más datos, más canales y más reglas de negocio a medida que tu operación escala.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/icons/shiel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1097280" y="13716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316523" y="1463040"/>
            <a:ext cx="1192940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Convirtamos los datos 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3600" dirty="0"/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mejor defensa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645920" y="297180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ayudamos a implementar este sistema de detección de fraude paso a paso: empezamos con tus datos, lo adaptamos a tus canales y productos, y dejamos a tu equipo con un panel de control claro y un proceso confiable.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Detección de Fraude Financiero  ·  Ciencia de Datos · Machine Learning · Business Intelligence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898</Words>
  <Application>Microsoft Office PowerPoint</Application>
  <PresentationFormat>Panorámica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Inteligente de Fraude Financiero</dc:title>
  <dc:subject>PptxGenJS Presentation</dc:subject>
  <dc:creator>Equipo de Detección de Fraude</dc:creator>
  <cp:lastModifiedBy>Samir Castillo</cp:lastModifiedBy>
  <cp:revision>8</cp:revision>
  <dcterms:created xsi:type="dcterms:W3CDTF">2026-06-15T20:31:43Z</dcterms:created>
  <dcterms:modified xsi:type="dcterms:W3CDTF">2026-06-16T20:37:15Z</dcterms:modified>
</cp:coreProperties>
</file>